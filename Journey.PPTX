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AFFB9B-9FB8-469E-96F9-4D32314110B6}" type="datetimeFigureOut">
              <a:rPr lang="en-US" smtClean="0"/>
              <a:t>2/11/2021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93399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smtClean="0"/>
              <a:t>2/11/2021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864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smtClean="0"/>
              <a:t>2/11/2021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924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DC73-F065-42F5-A9F2-D90B2E42A0B3}" type="datetimeFigureOut">
              <a:rPr lang="en-US" smtClean="0"/>
              <a:t>2/11/2021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76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A702-9B29-41CC-9BCC-3DF8A0D379FE}" type="datetimeFigureOut">
              <a:rPr lang="en-US" smtClean="0"/>
              <a:t>2/11/2021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706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smtClean="0"/>
              <a:t>2/11/2021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841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smtClean="0"/>
              <a:t>2/11/2021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39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BFE2-83B7-4B0A-B9D3-AB28331082B3}" type="datetimeFigureOut">
              <a:rPr lang="en-US" smtClean="0"/>
              <a:t>2/11/2021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886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smtClean="0"/>
              <a:t>2/11/2021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397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D2AC3-6A0B-4169-B1EA-E3AE8B351BDD}" type="datetimeFigureOut">
              <a:rPr lang="en-US" smtClean="0"/>
              <a:t>2/11/2021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06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63-8B87-41B7-9F8E-64519CBB8F34}" type="datetimeFigureOut">
              <a:rPr lang="en-US" smtClean="0"/>
              <a:t>2/11/2021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9839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5746-5284-4951-9F37-7AE924EDBCB7}" type="datetimeFigureOut">
              <a:rPr lang="en-US" smtClean="0"/>
              <a:t>2/11/2021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586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8B29-7265-4A65-A2A4-6703C057B7C1}" type="datetimeFigureOut">
              <a:rPr lang="en-US" smtClean="0"/>
              <a:t>2/11/2021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83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BA082-94DF-4C4B-A041-6624924AB0A8}" type="datetimeFigureOut">
              <a:rPr lang="en-US" smtClean="0"/>
              <a:t>2/11/2021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2969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86C4-3AB5-4E0C-86CA-FB108C350AA9}" type="datetimeFigureOut">
              <a:rPr lang="en-US" smtClean="0"/>
              <a:t>2/11/2021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307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1211-4E0C-4AB3-B04F-585959BDAFE8}" type="datetimeFigureOut">
              <a:rPr lang="en-US" smtClean="0"/>
              <a:t>2/11/2021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4803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ECAF-D3BE-4069-9C78-642ECCD01477}" type="datetimeFigureOut">
              <a:rPr lang="en-US" smtClean="0"/>
              <a:t>2/11/2021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794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smtClean="0"/>
              <a:t>2/11/2021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0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Z" altLang="zh-CN"/>
              <a:t>Android 2D Game (Journey) 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 rot="21420000">
            <a:off x="1034105" y="3460728"/>
            <a:ext cx="9755187" cy="250093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NZ" altLang="zh-CN" sz="1800" u="sng"/>
              <a:t>Team members: </a:t>
            </a:r>
          </a:p>
          <a:p>
            <a:pPr>
              <a:lnSpc>
                <a:spcPct val="100000"/>
              </a:lnSpc>
            </a:pPr>
            <a:r>
              <a:rPr lang="en-NZ" altLang="zh-CN" sz="1600"/>
              <a:t>Yuchen Jiang    18043763</a:t>
            </a:r>
          </a:p>
          <a:p>
            <a:pPr>
              <a:lnSpc>
                <a:spcPct val="100000"/>
              </a:lnSpc>
            </a:pPr>
            <a:r>
              <a:rPr lang="en-NZ" altLang="zh-CN" sz="1600"/>
              <a:t>Moci Xu             18043870</a:t>
            </a:r>
          </a:p>
          <a:p>
            <a:pPr>
              <a:lnSpc>
                <a:spcPct val="100000"/>
              </a:lnSpc>
            </a:pPr>
            <a:r>
              <a:rPr lang="en-NZ" altLang="zh-CN" sz="1600"/>
              <a:t>Hao </a:t>
            </a:r>
            <a:r>
              <a:rPr lang="en-NZ" altLang="zh-CN" sz="1600"/>
              <a:t>Zhou          </a:t>
            </a:r>
            <a:r>
              <a:rPr lang="en-NZ" altLang="zh-CN" sz="1600" smtClean="0"/>
              <a:t>19046061</a:t>
            </a:r>
          </a:p>
          <a:p>
            <a:pPr>
              <a:lnSpc>
                <a:spcPct val="100000"/>
              </a:lnSpc>
            </a:pPr>
            <a:r>
              <a:rPr lang="en-NZ" altLang="zh-CN" sz="1800" u="sng" smtClean="0"/>
              <a:t>Project </a:t>
            </a:r>
            <a:r>
              <a:rPr lang="en-NZ" altLang="zh-CN" sz="1800" u="sng"/>
              <a:t>Supervisor</a:t>
            </a:r>
            <a:r>
              <a:rPr lang="en-NZ" altLang="zh-CN" sz="1800" u="sng" smtClean="0"/>
              <a:t>:</a:t>
            </a:r>
            <a:endParaRPr lang="en-NZ" altLang="zh-CN" sz="1800" u="sng"/>
          </a:p>
          <a:p>
            <a:pPr>
              <a:lnSpc>
                <a:spcPct val="100000"/>
              </a:lnSpc>
            </a:pPr>
            <a:r>
              <a:rPr lang="en-NZ" altLang="zh-CN" sz="1600"/>
              <a:t>Dr. Martin Johnson</a:t>
            </a:r>
          </a:p>
          <a:p>
            <a:pPr>
              <a:lnSpc>
                <a:spcPct val="100000"/>
              </a:lnSpc>
            </a:pPr>
            <a:endParaRPr lang="en-NZ" altLang="zh-CN" sz="1800" dirty="0"/>
          </a:p>
        </p:txBody>
      </p:sp>
    </p:spTree>
    <p:extLst>
      <p:ext uri="{BB962C8B-B14F-4D97-AF65-F5344CB8AC3E}">
        <p14:creationId xmlns:p14="http://schemas.microsoft.com/office/powerpoint/2010/main" val="3971194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Start and end cover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5"/>
          <a:stretch/>
        </p:blipFill>
        <p:spPr>
          <a:xfrm>
            <a:off x="685801" y="2070340"/>
            <a:ext cx="4957551" cy="2751826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11"/>
          <a:stretch/>
        </p:blipFill>
        <p:spPr>
          <a:xfrm>
            <a:off x="5796952" y="2075298"/>
            <a:ext cx="5520905" cy="274686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34" t="9135" r="20788" b="7552"/>
          <a:stretch/>
        </p:blipFill>
        <p:spPr>
          <a:xfrm>
            <a:off x="7565367" y="646981"/>
            <a:ext cx="741872" cy="98341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0" b="4039"/>
          <a:stretch/>
        </p:blipFill>
        <p:spPr>
          <a:xfrm>
            <a:off x="8782066" y="664234"/>
            <a:ext cx="861135" cy="94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997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Map</a:t>
            </a:r>
            <a:endParaRPr lang="zh-CN" altLang="en-US"/>
          </a:p>
        </p:txBody>
      </p:sp>
      <p:pic>
        <p:nvPicPr>
          <p:cNvPr id="5" name="内容占位符 4" descr="C:\Users\moci\AppData\Local\Temp\WeChat Files\bcb40ed9588766948f550608d85a814.png"/>
          <p:cNvPicPr>
            <a:picLocks noGrp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7733" y="3874605"/>
            <a:ext cx="10394950" cy="1569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 descr="C:\Users\moci\AppData\Local\Temp\1612906396(1)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9" y="2063396"/>
            <a:ext cx="10370599" cy="15855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4971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Map</a:t>
            </a:r>
            <a:endParaRPr lang="zh-CN" altLang="en-US"/>
          </a:p>
        </p:txBody>
      </p:sp>
      <p:pic>
        <p:nvPicPr>
          <p:cNvPr id="6" name="内容占位符 5" descr="C:\Users\moci\AppData\Local\Temp\1612908845(1).png"/>
          <p:cNvPicPr>
            <a:picLocks noGrp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966" y="2072023"/>
            <a:ext cx="3312245" cy="1645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63396"/>
            <a:ext cx="4830167" cy="1654589"/>
          </a:xfrm>
          <a:prstGeom prst="rect">
            <a:avLst/>
          </a:prstGeom>
        </p:spPr>
      </p:pic>
      <p:pic>
        <p:nvPicPr>
          <p:cNvPr id="5" name="图片 4" descr="C:\Users\moci\AppData\Local\Temp\1612907831(1)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73" y="3832376"/>
            <a:ext cx="4882994" cy="15422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pic>
        <p:nvPicPr>
          <p:cNvPr id="7" name="图片 6" descr="C:\Users\moci\AppData\Local\Temp\1612908912(1).png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966" y="3832375"/>
            <a:ext cx="4775530" cy="154220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椭圆 9"/>
          <p:cNvSpPr/>
          <p:nvPr/>
        </p:nvSpPr>
        <p:spPr>
          <a:xfrm>
            <a:off x="685800" y="3888831"/>
            <a:ext cx="1173192" cy="11028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51935" y="2535156"/>
            <a:ext cx="2215551" cy="11028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7175539" y="2072023"/>
            <a:ext cx="1173192" cy="11028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2303991" y="4271747"/>
            <a:ext cx="1173192" cy="11028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6443896" y="4007920"/>
            <a:ext cx="1173192" cy="11028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7834222" y="4162001"/>
            <a:ext cx="1173192" cy="11028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8348731" y="3086574"/>
            <a:ext cx="649058" cy="6101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4594067" y="4518097"/>
            <a:ext cx="649058" cy="6101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78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map</a:t>
            </a:r>
            <a:endParaRPr lang="zh-CN" altLang="en-US"/>
          </a:p>
        </p:txBody>
      </p:sp>
      <p:pic>
        <p:nvPicPr>
          <p:cNvPr id="5" name="图片 4" descr="C:\Users\moci\AppData\Local\Temp\1612907340(1)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063396"/>
            <a:ext cx="10403310" cy="3052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3855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show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13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729043" y="1414579"/>
            <a:ext cx="5982967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9600" b="1" cap="none" spc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 H A N K</a:t>
            </a:r>
            <a:endParaRPr lang="zh-CN" altLang="en-US" sz="9600" b="1" cap="none" spc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443398" y="2991616"/>
            <a:ext cx="2565126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cap="none" spc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Y O </a:t>
            </a:r>
            <a:endParaRPr lang="zh-CN" altLang="en-US" sz="9600" b="1" cap="none" spc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780983" y="3007120"/>
            <a:ext cx="1116011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cap="none" spc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U</a:t>
            </a:r>
            <a:endParaRPr lang="zh-CN" altLang="en-US" sz="9600" b="1" cap="none" spc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7982169" y="2878223"/>
            <a:ext cx="241540" cy="2415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8459363" y="2878223"/>
            <a:ext cx="241540" cy="2415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17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主要事件">
  <a:themeElements>
    <a:clrScheme name="主要事件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主要事件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主要事件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181</TotalTime>
  <Words>41</Words>
  <Application>Microsoft Office PowerPoint</Application>
  <PresentationFormat>宽屏</PresentationFormat>
  <Paragraphs>15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Microsoft JhengHei UI</vt:lpstr>
      <vt:lpstr>宋体</vt:lpstr>
      <vt:lpstr>Arial</vt:lpstr>
      <vt:lpstr>Impact</vt:lpstr>
      <vt:lpstr>主要事件</vt:lpstr>
      <vt:lpstr>Android 2D Game (Journey) </vt:lpstr>
      <vt:lpstr>Start and end cover</vt:lpstr>
      <vt:lpstr>Map</vt:lpstr>
      <vt:lpstr>Map</vt:lpstr>
      <vt:lpstr>map</vt:lpstr>
      <vt:lpstr>show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moci</dc:creator>
  <cp:lastModifiedBy>moci</cp:lastModifiedBy>
  <cp:revision>30</cp:revision>
  <dcterms:created xsi:type="dcterms:W3CDTF">2021-02-10T23:24:26Z</dcterms:created>
  <dcterms:modified xsi:type="dcterms:W3CDTF">2021-02-11T02:25:34Z</dcterms:modified>
</cp:coreProperties>
</file>